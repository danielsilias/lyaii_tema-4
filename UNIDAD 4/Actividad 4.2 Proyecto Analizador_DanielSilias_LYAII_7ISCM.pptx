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ielsilias/LYAII_TEMA-4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6F872E46-2CA8-442C-9C8C-1EA1A8595231}"/>
              </a:ext>
            </a:extLst>
          </p:cNvPr>
          <p:cNvGrpSpPr/>
          <p:nvPr/>
        </p:nvGrpSpPr>
        <p:grpSpPr>
          <a:xfrm>
            <a:off x="1384766" y="1146649"/>
            <a:ext cx="3105785" cy="970280"/>
            <a:chOff x="0" y="0"/>
            <a:chExt cx="3106079" cy="970560"/>
          </a:xfrm>
        </p:grpSpPr>
        <p:pic>
          <p:nvPicPr>
            <p:cNvPr id="3" name="4 2">
              <a:extLst>
                <a:ext uri="{FF2B5EF4-FFF2-40B4-BE49-F238E27FC236}">
                  <a16:creationId xmlns:a16="http://schemas.microsoft.com/office/drawing/2014/main" id="{1D496EEB-02DB-4864-88ED-F129316CB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/>
              <a:alphaModFix/>
            </a:blip>
            <a:srcRect/>
            <a:stretch>
              <a:fillRect/>
            </a:stretch>
          </p:blipFill>
          <p:spPr>
            <a:xfrm>
              <a:off x="926999" y="0"/>
              <a:ext cx="2179080" cy="62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3 2">
              <a:extLst>
                <a:ext uri="{FF2B5EF4-FFF2-40B4-BE49-F238E27FC236}">
                  <a16:creationId xmlns:a16="http://schemas.microsoft.com/office/drawing/2014/main" id="{E620C48B-3091-4DA2-BECD-E348B9B71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 flipH="1">
              <a:off x="0" y="925200"/>
              <a:ext cx="170280" cy="453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Imagen 42">
            <a:extLst>
              <a:ext uri="{FF2B5EF4-FFF2-40B4-BE49-F238E27FC236}">
                <a16:creationId xmlns:a16="http://schemas.microsoft.com/office/drawing/2014/main" id="{4AC19639-C1F7-4EC1-835A-2562C4130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608" y="898811"/>
            <a:ext cx="1366838" cy="87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41">
            <a:extLst>
              <a:ext uri="{FF2B5EF4-FFF2-40B4-BE49-F238E27FC236}">
                <a16:creationId xmlns:a16="http://schemas.microsoft.com/office/drawing/2014/main" id="{181A09BE-C7D9-4EA9-A6A4-8B7EB807F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960081"/>
            <a:ext cx="1765300" cy="85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8147B224-B796-431E-A911-160F19EA5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281" y="1867488"/>
            <a:ext cx="687162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INSTITUTO TECNOLÓGICO DE FRONTERA COMALAPA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Ingeniería sistemas computacionales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Semestre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 7°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Actividad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Reporte de Practica Compilador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Alumno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Daniel osvaldo silias cárdenas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Docente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Francisco Javier Mingo Velazquez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No. Control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231260058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zh-CN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Noto Sans" charset="0"/>
                <a:cs typeface="Arial" panose="020B0604020202020204" pitchFamily="34" charset="0"/>
              </a:rPr>
              <a:t>27/09/2026</a:t>
            </a:r>
            <a:endParaRPr kumimoji="0" lang="es-MX" altLang="zh-CN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51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1. Introducción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r>
              <a:t>• La práctica consistió en adaptar un compilador desarrollado originalmente en Java de consola a una interfaz gráfica construida con JavaFX.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r>
              <a:t>• Se conservó la lógica del compilador y se agregó una capa visual para facilitar la carga del código fuente, la ejecución de los análisis y la consulta de resultados.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r>
              <a:t>• La aplicación integra en una sola ventana los tokens, la tabla de símbolos, los errores, los tercetos y el código Assembler generado.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2. Justificación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57800" cy="3474720"/>
          </a:xfrm>
          <a:prstGeom prst="roundRect">
            <a:avLst/>
          </a:prstGeom>
          <a:solidFill>
            <a:srgbClr val="1824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4617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Necesidad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4617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El proyecto original funcionaba mediante consola. La interfaz JavaFX permite presentar de forma más clara cada etapa del proceso de compilación y reduce la dependencia de menús numéricos.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57800" cy="3474720"/>
          </a:xfrm>
          <a:prstGeom prst="roundRect">
            <a:avLst/>
          </a:prstGeom>
          <a:solidFill>
            <a:srgbClr val="1824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17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Aporte académico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97480"/>
            <a:ext cx="4617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La práctica integra contenidos relacionados con análisis léxico, sintáctico y semántico, tabla de símbolos, código intermedio y generación de Assembler, mostrando su relación dentro de un compilador.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3. Arquitectura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ptos"/>
              </a:defRPr>
            </a:pPr>
            <a:r>
              <a:t>Se conservó el motor original y JavaFX se utilizó como capa de presentación.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Clases originales: AnalizadorLexico, Parser, TablaSimbolo, Terceto, ConversorTercetoAssembler y clases auxiliares.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Compilador.java: funciona como intermediario entre la interfaz y el motor del compilador.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MainFX.java: administra la interfaz, archivos, botones, pestañas, indicadores y ejecución.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compilador.css: define el diseño visual oscuro de la aplicación.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Maven/pom.xml: administra JavaFX y la ejecución del proyecto.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75490"/>
            <a:ext cx="5074920" cy="5518402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67406" y="6039612"/>
            <a:ext cx="5074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 dirty="0"/>
              <a:t>Figura 1. Estructura del proyecto JavaFX mostrando src, recursos, pom.xml y casos de prueba.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4. Desarrollo — Configuración de JavaFX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Se incorporó Maven al proyecto para administrar las dependencias de JavaFX.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La aplicación se ejecuta mediante el objetivo javafx:run.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La hoja compilador.css se carga desde src/main/resources para aplicar el diseño visual.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Esta configuración permitió ejecutar la interfaz sin modificar el funcionamiento interno del compilador.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03520" cy="3977639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5788151"/>
            <a:ext cx="5303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Figura 2. Configuración y ejecución del proyecto JavaFX mediante Maven.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5. Desarrollo — Interfaz gráfica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La interfaz permite crear, abrir, guardar y editar archivos de código fuente.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Se agregaron botones independientes para los análisis léxico, sintáctico y semántico, además de la compilación completa.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Los resultados se organizan en pestañas para evitar la salida extensa de la consola.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Los indicadores superiores muestran visualmente el estado de cada fase.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45920"/>
            <a:ext cx="5349240" cy="3977639"/>
          </a:xfrm>
          <a:prstGeom prst="roundRect">
            <a:avLst/>
          </a:prstGeom>
          <a:solidFill>
            <a:srgbClr val="18243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88151"/>
            <a:ext cx="5349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Figura 3. Interfaz principal del compilador con editor de código y panel de resultados.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A69A652-7696-43A4-82E7-3DB814F09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250" y="1243584"/>
            <a:ext cx="6417766" cy="45445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6. Ejecución — Análisis léxico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El analizador procesa el código fuente y reconoce los tokens que forman el programa.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La pestaña Tokens muestra línea, número de token, referencia y lexema.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En la prueba realizada con caso1.txt se detectaron 123 tokens.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El indicador LÉXICO cambia a estado correcto cuando finaliza el análisis.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45920"/>
            <a:ext cx="5349240" cy="3977639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88151"/>
            <a:ext cx="5349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Figura 4. Resultado del análisis léxico del archivo caso1.txt.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7. Ejecución — Análisis sintáctico y semántico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El análisis sintáctico verifica que las instrucciones correspondan con la estructura definida por la gramática.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El análisis semántico valida información relacionada con declaraciones, usos y tipos.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La pestaña Errores reúne warnings y errores léxicos, sintácticos y semánticos.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La pestaña Símbolos permite revisar referencias, tokens, lexemas, usos y tipos.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45920"/>
            <a:ext cx="5349240" cy="3977639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88151"/>
            <a:ext cx="5349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Figura 5. Verificación sintáctica y semántica sin errores en el caso de prueba.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8. Ejecución — Código intermedio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Después de superar las etapas de análisis, el compilador genera código intermedio mediante tercetos.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Cada terceto representa una operación con sus operandos o referencias.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La interfaz muestra esta representación en la pestaña Tercetos.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Si existen errores, la generación de tercetos se bloquea para evitar resultados inválidos.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45920"/>
            <a:ext cx="5349240" cy="3977639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88151"/>
            <a:ext cx="5349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Figura 6. Código intermedio generado mediante tercetos.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9. Ejecución final — Assembler y exportación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Cuando la compilación no contiene errores se genera el código Assembler.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El resultado puede revisarse directamente desde la pestaña Assembler.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Se incorporó el botón EXPORTAR .ASM para guardar el resultado en un archivo independiente.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• La exportación fue comprobada correctamente mediante la creación de Assembler.asm.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45920"/>
            <a:ext cx="5349240" cy="3977639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5788151"/>
            <a:ext cx="5349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Figura 7. Exportación satisfactoria del archivo Assembler.asm.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10. Control de versiones y repositorio GitHub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Se inicializó un repositorio Git local y se creó la rama main.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Se utilizó .gitignore para excluir archivos generados por IntelliJ y Maven, como .idea, out y target.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El proyecto completo se publicó en GitHub para conservar el código, la documentación y los casos de prueba.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ptos"/>
              </a:defRPr>
            </a:pPr>
            <a:r>
              <a:t>• Repositorio: github.com/danielsilias/LYAII_TEMA-4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8F1AD58-E0D6-4028-A785-55F325FCDD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73" r="30799" b="6000"/>
          <a:stretch/>
        </p:blipFill>
        <p:spPr>
          <a:xfrm>
            <a:off x="6298283" y="1489702"/>
            <a:ext cx="5630263" cy="38364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11. Conclusión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33272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r>
              <a:rPr dirty="0"/>
              <a:t>• La práctica permitió transformar un compilador de consola en una aplicación gráfica funcional sin reemplazar la lógica principal del proyecto.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r>
              <a:rPr dirty="0"/>
              <a:t>• JavaFX mejoró la interacción al organizar las etapas del compilador en controles, indicadores y pestañas claramente identificadas.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r>
              <a:rPr dirty="0"/>
              <a:t>• Las pruebas confirmaron el funcionamiento del análisis léxico, sintáctico y semántico, la tabla de símbolos, los tercetos, la generación de Assembler y su exportación.</a:t>
            </a:r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r>
              <a:rPr dirty="0"/>
              <a:t>• Finalmente, el uso de Git y GitHub permitió documentar y publicar la versión desarrollada para facilitar su entrega, consulta y mantenimiento.</a:t>
            </a:r>
            <a:endParaRPr lang="es-MX" dirty="0"/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endParaRPr lang="es-MX" dirty="0"/>
          </a:p>
          <a:p>
            <a:pPr>
              <a:spcAft>
                <a:spcPts val="1200"/>
              </a:spcAft>
              <a:defRPr sz="2000">
                <a:solidFill>
                  <a:srgbClr val="E2E8F0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AB31AA66-AFBD-4D20-BF78-1378176FD682}"/>
              </a:ext>
            </a:extLst>
          </p:cNvPr>
          <p:cNvSpPr txBox="1"/>
          <p:nvPr/>
        </p:nvSpPr>
        <p:spPr>
          <a:xfrm>
            <a:off x="731520" y="5760720"/>
            <a:ext cx="58625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rPr dirty="0"/>
              <a:t>Enlace del proyecto: </a:t>
            </a:r>
            <a:r>
              <a:rPr dirty="0">
                <a:hlinkClick r:id="rId2"/>
              </a:rPr>
              <a:t>https://github.com/danielsilias/LYAII_TEMA-4</a:t>
            </a:r>
            <a:endParaRPr lang="es-MX" dirty="0"/>
          </a:p>
          <a:p>
            <a:pPr>
              <a:defRPr sz="1600" b="1">
                <a:solidFill>
                  <a:srgbClr val="38BDF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980</Words>
  <Application>Microsoft Office PowerPoint</Application>
  <PresentationFormat>Panorámica</PresentationFormat>
  <Paragraphs>88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宋体</vt:lpstr>
      <vt:lpstr>Aptos</vt:lpstr>
      <vt:lpstr>Aptos Display</vt:lpstr>
      <vt:lpstr>Arial</vt:lpstr>
      <vt:lpstr>Calibri</vt:lpstr>
      <vt:lpstr>Noto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Daniel Silias</cp:lastModifiedBy>
  <cp:revision>5</cp:revision>
  <dcterms:created xsi:type="dcterms:W3CDTF">2013-01-27T09:14:16Z</dcterms:created>
  <dcterms:modified xsi:type="dcterms:W3CDTF">2026-10-02T22:41:58Z</dcterms:modified>
  <cp:category/>
</cp:coreProperties>
</file>